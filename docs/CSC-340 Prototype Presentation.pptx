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Fjalla One"/>
      <p:regular r:id="rId10"/>
    </p:embeddedFont>
    <p:embeddedFont>
      <p:font typeface="Barlow Semi Condensed Medium"/>
      <p:regular r:id="rId11"/>
      <p:bold r:id="rId12"/>
      <p:italic r:id="rId13"/>
      <p:boldItalic r:id="rId14"/>
    </p:embeddedFont>
    <p:embeddedFont>
      <p:font typeface="Barlow Semi Condense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BarlowSemiCondensedMedium-regular.fntdata"/><Relationship Id="rId10" Type="http://schemas.openxmlformats.org/officeDocument/2006/relationships/font" Target="fonts/FjallaOne-regular.fntdata"/><Relationship Id="rId13" Type="http://schemas.openxmlformats.org/officeDocument/2006/relationships/font" Target="fonts/BarlowSemiCondensedMedium-italic.fntdata"/><Relationship Id="rId12" Type="http://schemas.openxmlformats.org/officeDocument/2006/relationships/font" Target="fonts/BarlowSemiCondensedMedium-bold.fntdata"/><Relationship Id="rId15" Type="http://schemas.openxmlformats.org/officeDocument/2006/relationships/font" Target="fonts/BarlowSemiCondensed-regular.fntdata"/><Relationship Id="rId14" Type="http://schemas.openxmlformats.org/officeDocument/2006/relationships/font" Target="fonts/BarlowSemiCondensedMedium-boldItalic.fntdata"/><Relationship Id="rId17" Type="http://schemas.openxmlformats.org/officeDocument/2006/relationships/font" Target="fonts/BarlowSemiCondensed-italic.fntdata"/><Relationship Id="rId16" Type="http://schemas.openxmlformats.org/officeDocument/2006/relationships/font" Target="fonts/BarlowSemiCondensed-bold.fntdata"/><Relationship Id="rId18" Type="http://schemas.openxmlformats.org/officeDocument/2006/relationships/font" Target="fonts/BarlowSemi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804e9800b4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804e9800b4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g3c95b3d3e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3c95b3d3e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8714a43093_3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8714a43093_3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8714a43093_3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9" name="Google Shape;2289;g8714a43093_3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40021" y="338325"/>
            <a:ext cx="54642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7" name="Google Shape;1227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0" name="Google Shape;1230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1" name="Google Shape;1231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7" name="Google Shape;1237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8" name="Google Shape;1238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2" name="Google Shape;1242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8" name="Google Shape;1248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49" name="Google Shape;1249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2" name="Google Shape;1252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3" name="Google Shape;1253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6" name="Google Shape;1256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7" name="Google Shape;1257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0" name="Google Shape;1260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2" name="Google Shape;1262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3" name="Google Shape;1263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9" name="Google Shape;1269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0" name="Google Shape;1270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4" name="Google Shape;1274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5" name="Google Shape;1275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9" name="Google Shape;1279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0" name="Google Shape;128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4" name="Google Shape;128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7" name="Google Shape;128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kcclayton.github.io/CSC-340-Prototyp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438106" y="2021461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NextDorm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438106" y="3740533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A High Fidelity Prototype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4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1887" name="Google Shape;1887;p34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888" name="Google Shape;1888;p34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4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0" name="Google Shape;1890;p34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891" name="Google Shape;1891;p3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92" name="Google Shape;1892;p3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893" name="Google Shape;1893;p3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894" name="Google Shape;1894;p34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1895" name="Google Shape;1895;p34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896" name="Google Shape;1896;p34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4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8" name="Google Shape;1898;p34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1899" name="Google Shape;1899;p3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00" name="Google Shape;1900;p3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01" name="Google Shape;1901;p3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02" name="Google Shape;1902;p34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1903" name="Google Shape;1903;p34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904" name="Google Shape;1904;p34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4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6" name="Google Shape;1906;p34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1907" name="Google Shape;1907;p3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08" name="Google Shape;1908;p3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09" name="Google Shape;1909;p3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1910" name="Google Shape;1910;p34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1911" name="Google Shape;1911;p34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12" name="Google Shape;1912;p34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4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4" name="Google Shape;1914;p34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15" name="Google Shape;1915;p3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16" name="Google Shape;1916;p3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1917" name="Google Shape;1917;p3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1918" name="Google Shape;1918;p34"/>
          <p:cNvSpPr txBox="1"/>
          <p:nvPr>
            <p:ph type="title"/>
          </p:nvPr>
        </p:nvSpPr>
        <p:spPr>
          <a:xfrm>
            <a:off x="5531875" y="356625"/>
            <a:ext cx="299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Projected Features</a:t>
            </a:r>
            <a:endParaRPr/>
          </a:p>
        </p:txBody>
      </p:sp>
      <p:sp>
        <p:nvSpPr>
          <p:cNvPr id="1919" name="Google Shape;1919;p34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Quickly find out about who lives in your building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4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Your Neighbors</a:t>
            </a:r>
            <a:endParaRPr/>
          </a:p>
        </p:txBody>
      </p:sp>
      <p:sp>
        <p:nvSpPr>
          <p:cNvPr id="1921" name="Google Shape;1921;p34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In The Loop</a:t>
            </a:r>
            <a:endParaRPr/>
          </a:p>
        </p:txBody>
      </p:sp>
      <p:sp>
        <p:nvSpPr>
          <p:cNvPr id="1922" name="Google Shape;1922;p34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announcements about things in your community</a:t>
            </a:r>
            <a:endParaRPr/>
          </a:p>
        </p:txBody>
      </p:sp>
      <p:sp>
        <p:nvSpPr>
          <p:cNvPr id="1923" name="Google Shape;1923;p34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Information</a:t>
            </a:r>
            <a:endParaRPr/>
          </a:p>
        </p:txBody>
      </p:sp>
      <p:sp>
        <p:nvSpPr>
          <p:cNvPr id="1924" name="Google Shape;1924;p34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Tell your neighbors all about anything going on</a:t>
            </a:r>
            <a:endParaRPr/>
          </a:p>
        </p:txBody>
      </p:sp>
      <p:sp>
        <p:nvSpPr>
          <p:cNvPr id="1925" name="Google Shape;1925;p34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In One Place</a:t>
            </a:r>
            <a:endParaRPr/>
          </a:p>
        </p:txBody>
      </p:sp>
      <p:sp>
        <p:nvSpPr>
          <p:cNvPr id="1926" name="Google Shape;1926;p34"/>
          <p:cNvSpPr txBox="1"/>
          <p:nvPr>
            <p:ph idx="8" type="subTitle"/>
          </p:nvPr>
        </p:nvSpPr>
        <p:spPr>
          <a:xfrm>
            <a:off x="1664200" y="3950200"/>
            <a:ext cx="23304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everything together in a user-friendly app</a:t>
            </a:r>
            <a:endParaRPr/>
          </a:p>
        </p:txBody>
      </p:sp>
      <p:sp>
        <p:nvSpPr>
          <p:cNvPr id="1927" name="Google Shape;1927;p34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28" name="Google Shape;1928;p34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29" name="Google Shape;1929;p34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30" name="Google Shape;1930;p34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931" name="Google Shape;1931;p34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932" name="Google Shape;1932;p34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4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4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4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4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4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4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34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34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34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34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34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34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4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4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4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4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4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34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34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34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34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34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34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34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34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34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34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34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34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34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34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34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34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34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34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34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34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34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34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34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34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34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34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34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4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4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4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4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34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34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4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4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4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4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34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34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4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4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34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34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34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4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4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4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4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34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34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4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4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4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4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4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4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4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4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4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4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4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4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4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34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34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34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4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4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4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4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4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4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4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4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4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4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4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4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4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4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4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4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4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34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34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4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34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4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4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4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4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4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4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4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4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4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4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4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4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4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4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4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4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4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4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4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4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4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4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35"/>
          <p:cNvSpPr txBox="1"/>
          <p:nvPr>
            <p:ph type="title"/>
          </p:nvPr>
        </p:nvSpPr>
        <p:spPr>
          <a:xfrm>
            <a:off x="494075" y="203950"/>
            <a:ext cx="299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Functionalities</a:t>
            </a:r>
            <a:endParaRPr/>
          </a:p>
        </p:txBody>
      </p:sp>
      <p:grpSp>
        <p:nvGrpSpPr>
          <p:cNvPr id="2146" name="Google Shape;2146;p35"/>
          <p:cNvGrpSpPr/>
          <p:nvPr/>
        </p:nvGrpSpPr>
        <p:grpSpPr>
          <a:xfrm>
            <a:off x="672922" y="1055023"/>
            <a:ext cx="635100" cy="734640"/>
            <a:chOff x="731647" y="573573"/>
            <a:chExt cx="635100" cy="734640"/>
          </a:xfrm>
        </p:grpSpPr>
        <p:grpSp>
          <p:nvGrpSpPr>
            <p:cNvPr id="2147" name="Google Shape;2147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48" name="Google Shape;2148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0" name="Google Shape;2150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51" name="Google Shape;2151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52" name="Google Shape;2152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53" name="Google Shape;2153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54" name="Google Shape;2154;p35"/>
          <p:cNvSpPr txBox="1"/>
          <p:nvPr>
            <p:ph idx="1" type="subTitle"/>
          </p:nvPr>
        </p:nvSpPr>
        <p:spPr>
          <a:xfrm>
            <a:off x="1452797" y="1203824"/>
            <a:ext cx="3564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in as a student or RA and modify profile</a:t>
            </a:r>
            <a:endParaRPr/>
          </a:p>
        </p:txBody>
      </p:sp>
      <p:sp>
        <p:nvSpPr>
          <p:cNvPr id="2155" name="Google Shape;2155;p35"/>
          <p:cNvSpPr txBox="1"/>
          <p:nvPr>
            <p:ph idx="9" type="title"/>
          </p:nvPr>
        </p:nvSpPr>
        <p:spPr>
          <a:xfrm>
            <a:off x="755091" y="120382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156" name="Google Shape;2156;p35"/>
          <p:cNvGrpSpPr/>
          <p:nvPr/>
        </p:nvGrpSpPr>
        <p:grpSpPr>
          <a:xfrm>
            <a:off x="661151" y="2086236"/>
            <a:ext cx="635100" cy="734640"/>
            <a:chOff x="731647" y="573573"/>
            <a:chExt cx="635100" cy="734640"/>
          </a:xfrm>
        </p:grpSpPr>
        <p:grpSp>
          <p:nvGrpSpPr>
            <p:cNvPr id="2157" name="Google Shape;2157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58" name="Google Shape;2158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9" name="Google Shape;2159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0" name="Google Shape;2160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61" name="Google Shape;2161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62" name="Google Shape;2162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63" name="Google Shape;2163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64" name="Google Shape;2164;p35"/>
          <p:cNvSpPr txBox="1"/>
          <p:nvPr>
            <p:ph idx="1" type="subTitle"/>
          </p:nvPr>
        </p:nvSpPr>
        <p:spPr>
          <a:xfrm>
            <a:off x="1441027" y="2235036"/>
            <a:ext cx="3564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post/announcement/event</a:t>
            </a:r>
            <a:endParaRPr/>
          </a:p>
        </p:txBody>
      </p:sp>
      <p:sp>
        <p:nvSpPr>
          <p:cNvPr id="2165" name="Google Shape;2165;p35"/>
          <p:cNvSpPr txBox="1"/>
          <p:nvPr>
            <p:ph idx="9" type="title"/>
          </p:nvPr>
        </p:nvSpPr>
        <p:spPr>
          <a:xfrm>
            <a:off x="743321" y="2235039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2166" name="Google Shape;2166;p35"/>
          <p:cNvGrpSpPr/>
          <p:nvPr/>
        </p:nvGrpSpPr>
        <p:grpSpPr>
          <a:xfrm>
            <a:off x="672922" y="2968648"/>
            <a:ext cx="635100" cy="734640"/>
            <a:chOff x="731647" y="573573"/>
            <a:chExt cx="635100" cy="734640"/>
          </a:xfrm>
        </p:grpSpPr>
        <p:grpSp>
          <p:nvGrpSpPr>
            <p:cNvPr id="2167" name="Google Shape;2167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68" name="Google Shape;2168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9" name="Google Shape;2169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70" name="Google Shape;2170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71" name="Google Shape;2171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72" name="Google Shape;2172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73" name="Google Shape;2173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74" name="Google Shape;2174;p35"/>
          <p:cNvSpPr txBox="1"/>
          <p:nvPr>
            <p:ph idx="1" type="subTitle"/>
          </p:nvPr>
        </p:nvSpPr>
        <p:spPr>
          <a:xfrm>
            <a:off x="1452797" y="3117449"/>
            <a:ext cx="3564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Reply to posts</a:t>
            </a:r>
            <a:endParaRPr/>
          </a:p>
        </p:txBody>
      </p:sp>
      <p:sp>
        <p:nvSpPr>
          <p:cNvPr id="2175" name="Google Shape;2175;p35"/>
          <p:cNvSpPr txBox="1"/>
          <p:nvPr>
            <p:ph idx="9" type="title"/>
          </p:nvPr>
        </p:nvSpPr>
        <p:spPr>
          <a:xfrm>
            <a:off x="755091" y="311745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176" name="Google Shape;2176;p35"/>
          <p:cNvGrpSpPr/>
          <p:nvPr/>
        </p:nvGrpSpPr>
        <p:grpSpPr>
          <a:xfrm>
            <a:off x="661147" y="3962198"/>
            <a:ext cx="635100" cy="734640"/>
            <a:chOff x="731647" y="573573"/>
            <a:chExt cx="635100" cy="734640"/>
          </a:xfrm>
        </p:grpSpPr>
        <p:grpSp>
          <p:nvGrpSpPr>
            <p:cNvPr id="2177" name="Google Shape;2177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78" name="Google Shape;2178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0" name="Google Shape;2180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81" name="Google Shape;2181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82" name="Google Shape;2182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83" name="Google Shape;2183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84" name="Google Shape;2184;p35"/>
          <p:cNvSpPr txBox="1"/>
          <p:nvPr>
            <p:ph idx="1" type="subTitle"/>
          </p:nvPr>
        </p:nvSpPr>
        <p:spPr>
          <a:xfrm>
            <a:off x="1441022" y="4110999"/>
            <a:ext cx="3564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for events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35"/>
          <p:cNvSpPr txBox="1"/>
          <p:nvPr>
            <p:ph idx="9" type="title"/>
          </p:nvPr>
        </p:nvSpPr>
        <p:spPr>
          <a:xfrm>
            <a:off x="743316" y="4111001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186" name="Google Shape;2186;p35"/>
          <p:cNvGrpSpPr/>
          <p:nvPr/>
        </p:nvGrpSpPr>
        <p:grpSpPr>
          <a:xfrm>
            <a:off x="5161572" y="1203823"/>
            <a:ext cx="635100" cy="734640"/>
            <a:chOff x="731647" y="573573"/>
            <a:chExt cx="635100" cy="734640"/>
          </a:xfrm>
        </p:grpSpPr>
        <p:grpSp>
          <p:nvGrpSpPr>
            <p:cNvPr id="2187" name="Google Shape;2187;p35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88" name="Google Shape;2188;p35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35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0" name="Google Shape;2190;p35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91" name="Google Shape;2191;p3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92" name="Google Shape;2192;p3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93" name="Google Shape;2193;p3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94" name="Google Shape;2194;p35"/>
          <p:cNvSpPr txBox="1"/>
          <p:nvPr>
            <p:ph idx="1" type="subTitle"/>
          </p:nvPr>
        </p:nvSpPr>
        <p:spPr>
          <a:xfrm>
            <a:off x="5941447" y="1352624"/>
            <a:ext cx="3564000" cy="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(RAs) - Ban/Freeze users</a:t>
            </a:r>
            <a:endParaRPr/>
          </a:p>
        </p:txBody>
      </p:sp>
      <p:sp>
        <p:nvSpPr>
          <p:cNvPr id="2195" name="Google Shape;2195;p35"/>
          <p:cNvSpPr txBox="1"/>
          <p:nvPr>
            <p:ph idx="9" type="title"/>
          </p:nvPr>
        </p:nvSpPr>
        <p:spPr>
          <a:xfrm>
            <a:off x="5243741" y="135262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36"/>
          <p:cNvSpPr txBox="1"/>
          <p:nvPr>
            <p:ph type="title"/>
          </p:nvPr>
        </p:nvSpPr>
        <p:spPr>
          <a:xfrm>
            <a:off x="-693750" y="290647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 Connected</a:t>
            </a:r>
            <a:endParaRPr/>
          </a:p>
        </p:txBody>
      </p:sp>
      <p:pic>
        <p:nvPicPr>
          <p:cNvPr id="2201" name="Google Shape;2201;p36" title="Screenshot 2026-02-18 at 8.58.09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1475" y="1195300"/>
            <a:ext cx="3163648" cy="1859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2" name="Google Shape;2202;p36"/>
          <p:cNvGrpSpPr/>
          <p:nvPr/>
        </p:nvGrpSpPr>
        <p:grpSpPr>
          <a:xfrm>
            <a:off x="2525276" y="290650"/>
            <a:ext cx="4793574" cy="4423039"/>
            <a:chOff x="1230400" y="410075"/>
            <a:chExt cx="5124625" cy="4728500"/>
          </a:xfrm>
        </p:grpSpPr>
        <p:sp>
          <p:nvSpPr>
            <p:cNvPr id="2203" name="Google Shape;2203;p36"/>
            <p:cNvSpPr/>
            <p:nvPr/>
          </p:nvSpPr>
          <p:spPr>
            <a:xfrm>
              <a:off x="1384675" y="410150"/>
              <a:ext cx="4970350" cy="3655600"/>
            </a:xfrm>
            <a:custGeom>
              <a:rect b="b" l="l" r="r" t="t"/>
              <a:pathLst>
                <a:path extrusionOk="0" h="146224" w="198814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6"/>
            <p:cNvSpPr/>
            <p:nvPr/>
          </p:nvSpPr>
          <p:spPr>
            <a:xfrm>
              <a:off x="1515675" y="410075"/>
              <a:ext cx="4819275" cy="3654050"/>
            </a:xfrm>
            <a:custGeom>
              <a:rect b="b" l="l" r="r" t="t"/>
              <a:pathLst>
                <a:path extrusionOk="0" h="146162" w="192771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6"/>
            <p:cNvSpPr/>
            <p:nvPr/>
          </p:nvSpPr>
          <p:spPr>
            <a:xfrm>
              <a:off x="1972925" y="4531000"/>
              <a:ext cx="4095225" cy="240325"/>
            </a:xfrm>
            <a:custGeom>
              <a:rect b="b" l="l" r="r" t="t"/>
              <a:pathLst>
                <a:path extrusionOk="0" h="9613" w="163809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6"/>
            <p:cNvSpPr/>
            <p:nvPr/>
          </p:nvSpPr>
          <p:spPr>
            <a:xfrm>
              <a:off x="1972925" y="4535825"/>
              <a:ext cx="4095225" cy="235500"/>
            </a:xfrm>
            <a:custGeom>
              <a:rect b="b" l="l" r="r" t="t"/>
              <a:pathLst>
                <a:path extrusionOk="0" h="9420" w="163809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6"/>
            <p:cNvSpPr/>
            <p:nvPr/>
          </p:nvSpPr>
          <p:spPr>
            <a:xfrm>
              <a:off x="2121600" y="3176250"/>
              <a:ext cx="133425" cy="207225"/>
            </a:xfrm>
            <a:custGeom>
              <a:rect b="b" l="l" r="r" t="t"/>
              <a:pathLst>
                <a:path extrusionOk="0" h="8289" w="5337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6"/>
            <p:cNvSpPr/>
            <p:nvPr/>
          </p:nvSpPr>
          <p:spPr>
            <a:xfrm>
              <a:off x="1502000" y="3626850"/>
              <a:ext cx="143875" cy="202650"/>
            </a:xfrm>
            <a:custGeom>
              <a:rect b="b" l="l" r="r" t="t"/>
              <a:pathLst>
                <a:path extrusionOk="0" h="8106" w="5755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6"/>
            <p:cNvSpPr/>
            <p:nvPr/>
          </p:nvSpPr>
          <p:spPr>
            <a:xfrm>
              <a:off x="2656800" y="3458200"/>
              <a:ext cx="462900" cy="1053550"/>
            </a:xfrm>
            <a:custGeom>
              <a:rect b="b" l="l" r="r" t="t"/>
              <a:pathLst>
                <a:path extrusionOk="0" h="42142" w="18516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6"/>
            <p:cNvSpPr/>
            <p:nvPr/>
          </p:nvSpPr>
          <p:spPr>
            <a:xfrm>
              <a:off x="1230400" y="3120375"/>
              <a:ext cx="1581525" cy="1453250"/>
            </a:xfrm>
            <a:custGeom>
              <a:rect b="b" l="l" r="r" t="t"/>
              <a:pathLst>
                <a:path extrusionOk="0" h="58130" w="63261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6"/>
            <p:cNvSpPr/>
            <p:nvPr/>
          </p:nvSpPr>
          <p:spPr>
            <a:xfrm>
              <a:off x="2969400" y="4123575"/>
              <a:ext cx="426750" cy="440400"/>
            </a:xfrm>
            <a:custGeom>
              <a:rect b="b" l="l" r="r" t="t"/>
              <a:pathLst>
                <a:path extrusionOk="0" h="17616" w="1707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6"/>
            <p:cNvSpPr/>
            <p:nvPr/>
          </p:nvSpPr>
          <p:spPr>
            <a:xfrm>
              <a:off x="1515675" y="3626950"/>
              <a:ext cx="126175" cy="202525"/>
            </a:xfrm>
            <a:custGeom>
              <a:rect b="b" l="l" r="r" t="t"/>
              <a:pathLst>
                <a:path extrusionOk="0" h="8101" w="5047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6"/>
            <p:cNvSpPr/>
            <p:nvPr/>
          </p:nvSpPr>
          <p:spPr>
            <a:xfrm>
              <a:off x="2659200" y="4023125"/>
              <a:ext cx="458100" cy="488625"/>
            </a:xfrm>
            <a:custGeom>
              <a:rect b="b" l="l" r="r" t="t"/>
              <a:pathLst>
                <a:path extrusionOk="0" h="19545" w="18324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6"/>
            <p:cNvSpPr/>
            <p:nvPr/>
          </p:nvSpPr>
          <p:spPr>
            <a:xfrm>
              <a:off x="1239225" y="3702475"/>
              <a:ext cx="1564650" cy="871150"/>
            </a:xfrm>
            <a:custGeom>
              <a:rect b="b" l="l" r="r" t="t"/>
              <a:pathLst>
                <a:path extrusionOk="0" h="34846" w="62586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6"/>
            <p:cNvSpPr/>
            <p:nvPr/>
          </p:nvSpPr>
          <p:spPr>
            <a:xfrm>
              <a:off x="2159350" y="3969275"/>
              <a:ext cx="152725" cy="66725"/>
            </a:xfrm>
            <a:custGeom>
              <a:rect b="b" l="l" r="r" t="t"/>
              <a:pathLst>
                <a:path extrusionOk="0" h="2669" w="6109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6"/>
            <p:cNvSpPr/>
            <p:nvPr/>
          </p:nvSpPr>
          <p:spPr>
            <a:xfrm>
              <a:off x="2104725" y="3692850"/>
              <a:ext cx="29750" cy="98050"/>
            </a:xfrm>
            <a:custGeom>
              <a:rect b="b" l="l" r="r" t="t"/>
              <a:pathLst>
                <a:path extrusionOk="0" h="3922" w="119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6"/>
            <p:cNvSpPr/>
            <p:nvPr/>
          </p:nvSpPr>
          <p:spPr>
            <a:xfrm>
              <a:off x="2091050" y="3538550"/>
              <a:ext cx="43425" cy="60300"/>
            </a:xfrm>
            <a:custGeom>
              <a:rect b="b" l="l" r="r" t="t"/>
              <a:pathLst>
                <a:path extrusionOk="0" h="2412" w="1737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6"/>
            <p:cNvSpPr/>
            <p:nvPr/>
          </p:nvSpPr>
          <p:spPr>
            <a:xfrm>
              <a:off x="1844350" y="3120675"/>
              <a:ext cx="110925" cy="121375"/>
            </a:xfrm>
            <a:custGeom>
              <a:rect b="b" l="l" r="r" t="t"/>
              <a:pathLst>
                <a:path extrusionOk="0" h="4855" w="4437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6"/>
            <p:cNvSpPr/>
            <p:nvPr/>
          </p:nvSpPr>
          <p:spPr>
            <a:xfrm>
              <a:off x="2971000" y="4123575"/>
              <a:ext cx="423525" cy="440400"/>
            </a:xfrm>
            <a:custGeom>
              <a:rect b="b" l="l" r="r" t="t"/>
              <a:pathLst>
                <a:path extrusionOk="0" h="17616" w="16941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6"/>
            <p:cNvSpPr/>
            <p:nvPr/>
          </p:nvSpPr>
          <p:spPr>
            <a:xfrm>
              <a:off x="2693750" y="3458200"/>
              <a:ext cx="388975" cy="1053550"/>
            </a:xfrm>
            <a:custGeom>
              <a:rect b="b" l="l" r="r" t="t"/>
              <a:pathLst>
                <a:path extrusionOk="0" h="42142" w="15559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6"/>
            <p:cNvSpPr/>
            <p:nvPr/>
          </p:nvSpPr>
          <p:spPr>
            <a:xfrm>
              <a:off x="2391600" y="4114750"/>
              <a:ext cx="416300" cy="462900"/>
            </a:xfrm>
            <a:custGeom>
              <a:rect b="b" l="l" r="r" t="t"/>
              <a:pathLst>
                <a:path extrusionOk="0" h="18516" w="16652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6"/>
            <p:cNvSpPr/>
            <p:nvPr/>
          </p:nvSpPr>
          <p:spPr>
            <a:xfrm>
              <a:off x="2967000" y="4119550"/>
              <a:ext cx="431550" cy="448450"/>
            </a:xfrm>
            <a:custGeom>
              <a:rect b="b" l="l" r="r" t="t"/>
              <a:pathLst>
                <a:path extrusionOk="0" h="17938" w="17262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6"/>
            <p:cNvSpPr/>
            <p:nvPr/>
          </p:nvSpPr>
          <p:spPr>
            <a:xfrm>
              <a:off x="3413000" y="3916250"/>
              <a:ext cx="1215075" cy="654150"/>
            </a:xfrm>
            <a:custGeom>
              <a:rect b="b" l="l" r="r" t="t"/>
              <a:pathLst>
                <a:path extrusionOk="0" h="26166" w="48603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6"/>
            <p:cNvSpPr/>
            <p:nvPr/>
          </p:nvSpPr>
          <p:spPr>
            <a:xfrm>
              <a:off x="3404950" y="3908200"/>
              <a:ext cx="1231150" cy="669450"/>
            </a:xfrm>
            <a:custGeom>
              <a:rect b="b" l="l" r="r" t="t"/>
              <a:pathLst>
                <a:path extrusionOk="0" h="26778" w="49246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6"/>
            <p:cNvSpPr/>
            <p:nvPr/>
          </p:nvSpPr>
          <p:spPr>
            <a:xfrm>
              <a:off x="3503800" y="4023125"/>
              <a:ext cx="1032675" cy="432375"/>
            </a:xfrm>
            <a:custGeom>
              <a:rect b="b" l="l" r="r" t="t"/>
              <a:pathLst>
                <a:path extrusionOk="0" h="17295" w="41307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6"/>
            <p:cNvSpPr/>
            <p:nvPr/>
          </p:nvSpPr>
          <p:spPr>
            <a:xfrm>
              <a:off x="3495775" y="4023125"/>
              <a:ext cx="1049525" cy="432375"/>
            </a:xfrm>
            <a:custGeom>
              <a:rect b="b" l="l" r="r" t="t"/>
              <a:pathLst>
                <a:path extrusionOk="0" h="17295" w="41981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6"/>
            <p:cNvSpPr/>
            <p:nvPr/>
          </p:nvSpPr>
          <p:spPr>
            <a:xfrm>
              <a:off x="3552825" y="3963650"/>
              <a:ext cx="934625" cy="134250"/>
            </a:xfrm>
            <a:custGeom>
              <a:rect b="b" l="l" r="r" t="t"/>
              <a:pathLst>
                <a:path extrusionOk="0" h="5370" w="37385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6"/>
            <p:cNvSpPr/>
            <p:nvPr/>
          </p:nvSpPr>
          <p:spPr>
            <a:xfrm>
              <a:off x="3545600" y="3956425"/>
              <a:ext cx="949875" cy="148700"/>
            </a:xfrm>
            <a:custGeom>
              <a:rect b="b" l="l" r="r" t="t"/>
              <a:pathLst>
                <a:path extrusionOk="0" h="5948" w="37995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6"/>
            <p:cNvSpPr/>
            <p:nvPr/>
          </p:nvSpPr>
          <p:spPr>
            <a:xfrm>
              <a:off x="2141675" y="3577925"/>
              <a:ext cx="3757700" cy="438000"/>
            </a:xfrm>
            <a:custGeom>
              <a:rect b="b" l="l" r="r" t="t"/>
              <a:pathLst>
                <a:path extrusionOk="0" h="17520" w="150308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6"/>
            <p:cNvSpPr/>
            <p:nvPr/>
          </p:nvSpPr>
          <p:spPr>
            <a:xfrm>
              <a:off x="2134450" y="3570700"/>
              <a:ext cx="3772175" cy="452450"/>
            </a:xfrm>
            <a:custGeom>
              <a:rect b="b" l="l" r="r" t="t"/>
              <a:pathLst>
                <a:path extrusionOk="0" h="18098" w="150887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6"/>
            <p:cNvSpPr/>
            <p:nvPr/>
          </p:nvSpPr>
          <p:spPr>
            <a:xfrm>
              <a:off x="2141675" y="1197625"/>
              <a:ext cx="3757700" cy="2818300"/>
            </a:xfrm>
            <a:custGeom>
              <a:rect b="b" l="l" r="r" t="t"/>
              <a:pathLst>
                <a:path extrusionOk="0" h="112732" w="150308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6"/>
            <p:cNvSpPr/>
            <p:nvPr/>
          </p:nvSpPr>
          <p:spPr>
            <a:xfrm>
              <a:off x="2134450" y="1190400"/>
              <a:ext cx="3772175" cy="2832750"/>
            </a:xfrm>
            <a:custGeom>
              <a:rect b="b" l="l" r="r" t="t"/>
              <a:pathLst>
                <a:path extrusionOk="0" h="113310" w="150887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6"/>
            <p:cNvSpPr/>
            <p:nvPr/>
          </p:nvSpPr>
          <p:spPr>
            <a:xfrm>
              <a:off x="3951400" y="3727400"/>
              <a:ext cx="138250" cy="139050"/>
            </a:xfrm>
            <a:custGeom>
              <a:rect b="b" l="l" r="r" t="t"/>
              <a:pathLst>
                <a:path extrusionOk="0" h="5562" w="553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6"/>
            <p:cNvSpPr/>
            <p:nvPr/>
          </p:nvSpPr>
          <p:spPr>
            <a:xfrm>
              <a:off x="3943375" y="3720175"/>
              <a:ext cx="153525" cy="153500"/>
            </a:xfrm>
            <a:custGeom>
              <a:rect b="b" l="l" r="r" t="t"/>
              <a:pathLst>
                <a:path extrusionOk="0" h="6140" w="6141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6"/>
            <p:cNvSpPr/>
            <p:nvPr/>
          </p:nvSpPr>
          <p:spPr>
            <a:xfrm>
              <a:off x="3413000" y="4570400"/>
              <a:ext cx="1215075" cy="57075"/>
            </a:xfrm>
            <a:custGeom>
              <a:rect b="b" l="l" r="r" t="t"/>
              <a:pathLst>
                <a:path extrusionOk="0" h="2283" w="48603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6"/>
            <p:cNvSpPr/>
            <p:nvPr/>
          </p:nvSpPr>
          <p:spPr>
            <a:xfrm>
              <a:off x="3404950" y="4563150"/>
              <a:ext cx="1230350" cy="71550"/>
            </a:xfrm>
            <a:custGeom>
              <a:rect b="b" l="l" r="r" t="t"/>
              <a:pathLst>
                <a:path extrusionOk="0" h="2862" w="49214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6"/>
            <p:cNvSpPr/>
            <p:nvPr/>
          </p:nvSpPr>
          <p:spPr>
            <a:xfrm>
              <a:off x="2180250" y="2902900"/>
              <a:ext cx="162350" cy="178425"/>
            </a:xfrm>
            <a:custGeom>
              <a:rect b="b" l="l" r="r" t="t"/>
              <a:pathLst>
                <a:path extrusionOk="0" h="7137" w="6494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6"/>
            <p:cNvSpPr/>
            <p:nvPr/>
          </p:nvSpPr>
          <p:spPr>
            <a:xfrm>
              <a:off x="2177050" y="2895650"/>
              <a:ext cx="172800" cy="192900"/>
            </a:xfrm>
            <a:custGeom>
              <a:rect b="b" l="l" r="r" t="t"/>
              <a:pathLst>
                <a:path extrusionOk="0" h="7716" w="6912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6"/>
            <p:cNvSpPr/>
            <p:nvPr/>
          </p:nvSpPr>
          <p:spPr>
            <a:xfrm>
              <a:off x="2210000" y="2764900"/>
              <a:ext cx="282075" cy="242375"/>
            </a:xfrm>
            <a:custGeom>
              <a:rect b="b" l="l" r="r" t="t"/>
              <a:pathLst>
                <a:path extrusionOk="0" h="9695" w="11283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6"/>
            <p:cNvSpPr/>
            <p:nvPr/>
          </p:nvSpPr>
          <p:spPr>
            <a:xfrm>
              <a:off x="2214000" y="2758250"/>
              <a:ext cx="276475" cy="255575"/>
            </a:xfrm>
            <a:custGeom>
              <a:rect b="b" l="l" r="r" t="t"/>
              <a:pathLst>
                <a:path extrusionOk="0" h="10223" w="11059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6"/>
            <p:cNvSpPr/>
            <p:nvPr/>
          </p:nvSpPr>
          <p:spPr>
            <a:xfrm>
              <a:off x="2414900" y="2812075"/>
              <a:ext cx="12900" cy="42625"/>
            </a:xfrm>
            <a:custGeom>
              <a:rect b="b" l="l" r="r" t="t"/>
              <a:pathLst>
                <a:path extrusionOk="0" h="1705" w="516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6"/>
            <p:cNvSpPr/>
            <p:nvPr/>
          </p:nvSpPr>
          <p:spPr>
            <a:xfrm>
              <a:off x="2047650" y="2005300"/>
              <a:ext cx="213800" cy="665375"/>
            </a:xfrm>
            <a:custGeom>
              <a:rect b="b" l="l" r="r" t="t"/>
              <a:pathLst>
                <a:path extrusionOk="0" h="26615" w="8552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6"/>
            <p:cNvSpPr/>
            <p:nvPr/>
          </p:nvSpPr>
          <p:spPr>
            <a:xfrm>
              <a:off x="2047650" y="2204550"/>
              <a:ext cx="80400" cy="466125"/>
            </a:xfrm>
            <a:custGeom>
              <a:rect b="b" l="l" r="r" t="t"/>
              <a:pathLst>
                <a:path extrusionOk="0" h="18645" w="3216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6"/>
            <p:cNvSpPr/>
            <p:nvPr/>
          </p:nvSpPr>
          <p:spPr>
            <a:xfrm>
              <a:off x="2054100" y="2240725"/>
              <a:ext cx="69925" cy="289325"/>
            </a:xfrm>
            <a:custGeom>
              <a:rect b="b" l="l" r="r" t="t"/>
              <a:pathLst>
                <a:path extrusionOk="0" h="11573" w="2797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6"/>
            <p:cNvSpPr/>
            <p:nvPr/>
          </p:nvSpPr>
          <p:spPr>
            <a:xfrm>
              <a:off x="2040425" y="1998825"/>
              <a:ext cx="226650" cy="679075"/>
            </a:xfrm>
            <a:custGeom>
              <a:rect b="b" l="l" r="r" t="t"/>
              <a:pathLst>
                <a:path extrusionOk="0" h="27163" w="9066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6"/>
            <p:cNvSpPr/>
            <p:nvPr/>
          </p:nvSpPr>
          <p:spPr>
            <a:xfrm>
              <a:off x="2352225" y="3549925"/>
              <a:ext cx="682300" cy="202825"/>
            </a:xfrm>
            <a:custGeom>
              <a:rect b="b" l="l" r="r" t="t"/>
              <a:pathLst>
                <a:path extrusionOk="0" h="8113" w="27292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6"/>
            <p:cNvSpPr/>
            <p:nvPr/>
          </p:nvSpPr>
          <p:spPr>
            <a:xfrm>
              <a:off x="2345000" y="3543375"/>
              <a:ext cx="682275" cy="216200"/>
            </a:xfrm>
            <a:custGeom>
              <a:rect b="b" l="l" r="r" t="t"/>
              <a:pathLst>
                <a:path extrusionOk="0" h="8648" w="27291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6"/>
            <p:cNvSpPr/>
            <p:nvPr/>
          </p:nvSpPr>
          <p:spPr>
            <a:xfrm>
              <a:off x="1661925" y="2524225"/>
              <a:ext cx="708000" cy="1228100"/>
            </a:xfrm>
            <a:custGeom>
              <a:rect b="b" l="l" r="r" t="t"/>
              <a:pathLst>
                <a:path extrusionOk="0" h="49124" w="2832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6"/>
            <p:cNvSpPr/>
            <p:nvPr/>
          </p:nvSpPr>
          <p:spPr>
            <a:xfrm>
              <a:off x="1745500" y="2526000"/>
              <a:ext cx="524775" cy="1109800"/>
            </a:xfrm>
            <a:custGeom>
              <a:rect b="b" l="l" r="r" t="t"/>
              <a:pathLst>
                <a:path extrusionOk="0" h="44392" w="20991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6"/>
            <p:cNvSpPr/>
            <p:nvPr/>
          </p:nvSpPr>
          <p:spPr>
            <a:xfrm>
              <a:off x="1745500" y="2598325"/>
              <a:ext cx="511925" cy="1037475"/>
            </a:xfrm>
            <a:custGeom>
              <a:rect b="b" l="l" r="r" t="t"/>
              <a:pathLst>
                <a:path extrusionOk="0" h="41499" w="20477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6"/>
            <p:cNvSpPr/>
            <p:nvPr/>
          </p:nvSpPr>
          <p:spPr>
            <a:xfrm>
              <a:off x="1655500" y="2517150"/>
              <a:ext cx="716850" cy="1242100"/>
            </a:xfrm>
            <a:custGeom>
              <a:rect b="b" l="l" r="r" t="t"/>
              <a:pathLst>
                <a:path extrusionOk="0" h="49684" w="28674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6"/>
            <p:cNvSpPr/>
            <p:nvPr/>
          </p:nvSpPr>
          <p:spPr>
            <a:xfrm>
              <a:off x="2159350" y="2939125"/>
              <a:ext cx="140675" cy="185600"/>
            </a:xfrm>
            <a:custGeom>
              <a:rect b="b" l="l" r="r" t="t"/>
              <a:pathLst>
                <a:path extrusionOk="0" h="7424" w="5627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6"/>
            <p:cNvSpPr/>
            <p:nvPr/>
          </p:nvSpPr>
          <p:spPr>
            <a:xfrm>
              <a:off x="2152925" y="2932625"/>
              <a:ext cx="154325" cy="199000"/>
            </a:xfrm>
            <a:custGeom>
              <a:rect b="b" l="l" r="r" t="t"/>
              <a:pathLst>
                <a:path extrusionOk="0" h="7960" w="6173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6"/>
            <p:cNvSpPr/>
            <p:nvPr/>
          </p:nvSpPr>
          <p:spPr>
            <a:xfrm>
              <a:off x="2144100" y="3174525"/>
              <a:ext cx="314225" cy="554975"/>
            </a:xfrm>
            <a:custGeom>
              <a:rect b="b" l="l" r="r" t="t"/>
              <a:pathLst>
                <a:path extrusionOk="0" h="22199" w="12569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6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6"/>
            <p:cNvSpPr/>
            <p:nvPr/>
          </p:nvSpPr>
          <p:spPr>
            <a:xfrm>
              <a:off x="2169800" y="3376225"/>
              <a:ext cx="141475" cy="243525"/>
            </a:xfrm>
            <a:custGeom>
              <a:rect b="b" l="l" r="r" t="t"/>
              <a:pathLst>
                <a:path extrusionOk="0" h="9741" w="5659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6"/>
            <p:cNvSpPr/>
            <p:nvPr/>
          </p:nvSpPr>
          <p:spPr>
            <a:xfrm>
              <a:off x="2144100" y="3245225"/>
              <a:ext cx="167175" cy="374525"/>
            </a:xfrm>
            <a:custGeom>
              <a:rect b="b" l="l" r="r" t="t"/>
              <a:pathLst>
                <a:path extrusionOk="0" h="14981" w="6687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6"/>
            <p:cNvSpPr/>
            <p:nvPr/>
          </p:nvSpPr>
          <p:spPr>
            <a:xfrm>
              <a:off x="2136850" y="3167975"/>
              <a:ext cx="325500" cy="568300"/>
            </a:xfrm>
            <a:custGeom>
              <a:rect b="b" l="l" r="r" t="t"/>
              <a:pathLst>
                <a:path extrusionOk="0" h="22732" w="1302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6"/>
            <p:cNvSpPr/>
            <p:nvPr/>
          </p:nvSpPr>
          <p:spPr>
            <a:xfrm>
              <a:off x="2314450" y="3589175"/>
              <a:ext cx="147900" cy="140325"/>
            </a:xfrm>
            <a:custGeom>
              <a:rect b="b" l="l" r="r" t="t"/>
              <a:pathLst>
                <a:path extrusionOk="0" h="5613" w="5916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6"/>
            <p:cNvSpPr/>
            <p:nvPr/>
          </p:nvSpPr>
          <p:spPr>
            <a:xfrm>
              <a:off x="2307225" y="3582450"/>
              <a:ext cx="156725" cy="153825"/>
            </a:xfrm>
            <a:custGeom>
              <a:rect b="b" l="l" r="r" t="t"/>
              <a:pathLst>
                <a:path extrusionOk="0" h="6153" w="6269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6"/>
            <p:cNvSpPr/>
            <p:nvPr/>
          </p:nvSpPr>
          <p:spPr>
            <a:xfrm>
              <a:off x="2013100" y="2523650"/>
              <a:ext cx="178425" cy="93975"/>
            </a:xfrm>
            <a:custGeom>
              <a:rect b="b" l="l" r="r" t="t"/>
              <a:pathLst>
                <a:path extrusionOk="0" h="3759" w="7137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6"/>
            <p:cNvSpPr/>
            <p:nvPr/>
          </p:nvSpPr>
          <p:spPr>
            <a:xfrm>
              <a:off x="2013100" y="2524400"/>
              <a:ext cx="86025" cy="93225"/>
            </a:xfrm>
            <a:custGeom>
              <a:rect b="b" l="l" r="r" t="t"/>
              <a:pathLst>
                <a:path extrusionOk="0" h="3729" w="3441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6"/>
            <p:cNvSpPr/>
            <p:nvPr/>
          </p:nvSpPr>
          <p:spPr>
            <a:xfrm>
              <a:off x="2023550" y="2524400"/>
              <a:ext cx="75575" cy="93225"/>
            </a:xfrm>
            <a:custGeom>
              <a:rect b="b" l="l" r="r" t="t"/>
              <a:pathLst>
                <a:path extrusionOk="0" h="3729" w="3023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6"/>
            <p:cNvSpPr/>
            <p:nvPr/>
          </p:nvSpPr>
          <p:spPr>
            <a:xfrm>
              <a:off x="2016325" y="2517150"/>
              <a:ext cx="182450" cy="106975"/>
            </a:xfrm>
            <a:custGeom>
              <a:rect b="b" l="l" r="r" t="t"/>
              <a:pathLst>
                <a:path extrusionOk="0" h="4279" w="7298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6"/>
            <p:cNvSpPr/>
            <p:nvPr/>
          </p:nvSpPr>
          <p:spPr>
            <a:xfrm>
              <a:off x="2067750" y="3353725"/>
              <a:ext cx="137450" cy="96575"/>
            </a:xfrm>
            <a:custGeom>
              <a:rect b="b" l="l" r="r" t="t"/>
              <a:pathLst>
                <a:path extrusionOk="0" h="3863" w="5498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6"/>
            <p:cNvSpPr/>
            <p:nvPr/>
          </p:nvSpPr>
          <p:spPr>
            <a:xfrm>
              <a:off x="2120800" y="2560950"/>
              <a:ext cx="365650" cy="417475"/>
            </a:xfrm>
            <a:custGeom>
              <a:rect b="b" l="l" r="r" t="t"/>
              <a:pathLst>
                <a:path extrusionOk="0" h="16699" w="14626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6"/>
            <p:cNvSpPr/>
            <p:nvPr/>
          </p:nvSpPr>
          <p:spPr>
            <a:xfrm>
              <a:off x="2124000" y="2554125"/>
              <a:ext cx="348800" cy="430975"/>
            </a:xfrm>
            <a:custGeom>
              <a:rect b="b" l="l" r="r" t="t"/>
              <a:pathLst>
                <a:path extrusionOk="0" h="17239" w="13952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6"/>
            <p:cNvSpPr/>
            <p:nvPr/>
          </p:nvSpPr>
          <p:spPr>
            <a:xfrm>
              <a:off x="2203550" y="2655875"/>
              <a:ext cx="254775" cy="296875"/>
            </a:xfrm>
            <a:custGeom>
              <a:rect b="b" l="l" r="r" t="t"/>
              <a:pathLst>
                <a:path extrusionOk="0" h="11875" w="10191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6"/>
            <p:cNvSpPr/>
            <p:nvPr/>
          </p:nvSpPr>
          <p:spPr>
            <a:xfrm>
              <a:off x="2254175" y="2833475"/>
              <a:ext cx="89250" cy="68800"/>
            </a:xfrm>
            <a:custGeom>
              <a:rect b="b" l="l" r="r" t="t"/>
              <a:pathLst>
                <a:path extrusionOk="0" h="2752" w="357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6"/>
            <p:cNvSpPr/>
            <p:nvPr/>
          </p:nvSpPr>
          <p:spPr>
            <a:xfrm>
              <a:off x="1974675" y="4962550"/>
              <a:ext cx="249000" cy="116775"/>
            </a:xfrm>
            <a:custGeom>
              <a:rect b="b" l="l" r="r" t="t"/>
              <a:pathLst>
                <a:path extrusionOk="0" h="4671" w="996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6"/>
            <p:cNvSpPr/>
            <p:nvPr/>
          </p:nvSpPr>
          <p:spPr>
            <a:xfrm>
              <a:off x="1969700" y="4955525"/>
              <a:ext cx="258000" cy="130800"/>
            </a:xfrm>
            <a:custGeom>
              <a:rect b="b" l="l" r="r" t="t"/>
              <a:pathLst>
                <a:path extrusionOk="0" h="5232" w="1032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6"/>
            <p:cNvSpPr/>
            <p:nvPr/>
          </p:nvSpPr>
          <p:spPr>
            <a:xfrm>
              <a:off x="1977750" y="5042900"/>
              <a:ext cx="245925" cy="36350"/>
            </a:xfrm>
            <a:custGeom>
              <a:rect b="b" l="l" r="r" t="t"/>
              <a:pathLst>
                <a:path extrusionOk="0" h="1454" w="9837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6"/>
            <p:cNvSpPr/>
            <p:nvPr/>
          </p:nvSpPr>
          <p:spPr>
            <a:xfrm>
              <a:off x="1970525" y="5036475"/>
              <a:ext cx="257175" cy="49850"/>
            </a:xfrm>
            <a:custGeom>
              <a:rect b="b" l="l" r="r" t="t"/>
              <a:pathLst>
                <a:path extrusionOk="0" h="1994" w="10287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6"/>
            <p:cNvSpPr/>
            <p:nvPr/>
          </p:nvSpPr>
          <p:spPr>
            <a:xfrm>
              <a:off x="1259325" y="4948900"/>
              <a:ext cx="232650" cy="183350"/>
            </a:xfrm>
            <a:custGeom>
              <a:rect b="b" l="l" r="r" t="t"/>
              <a:pathLst>
                <a:path extrusionOk="0" h="7334" w="9306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6"/>
            <p:cNvSpPr/>
            <p:nvPr/>
          </p:nvSpPr>
          <p:spPr>
            <a:xfrm>
              <a:off x="1255300" y="4942425"/>
              <a:ext cx="238700" cy="196150"/>
            </a:xfrm>
            <a:custGeom>
              <a:rect b="b" l="l" r="r" t="t"/>
              <a:pathLst>
                <a:path extrusionOk="0" h="7846" w="9548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6"/>
            <p:cNvSpPr/>
            <p:nvPr/>
          </p:nvSpPr>
          <p:spPr>
            <a:xfrm>
              <a:off x="1259325" y="4995500"/>
              <a:ext cx="227450" cy="136700"/>
            </a:xfrm>
            <a:custGeom>
              <a:rect b="b" l="l" r="r" t="t"/>
              <a:pathLst>
                <a:path extrusionOk="0" h="5468" w="9098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6"/>
            <p:cNvSpPr/>
            <p:nvPr/>
          </p:nvSpPr>
          <p:spPr>
            <a:xfrm>
              <a:off x="1255300" y="4989075"/>
              <a:ext cx="238700" cy="149500"/>
            </a:xfrm>
            <a:custGeom>
              <a:rect b="b" l="l" r="r" t="t"/>
              <a:pathLst>
                <a:path extrusionOk="0" h="5980" w="9548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6"/>
            <p:cNvSpPr/>
            <p:nvPr/>
          </p:nvSpPr>
          <p:spPr>
            <a:xfrm>
              <a:off x="1608075" y="3506400"/>
              <a:ext cx="458900" cy="1476275"/>
            </a:xfrm>
            <a:custGeom>
              <a:rect b="b" l="l" r="r" t="t"/>
              <a:pathLst>
                <a:path extrusionOk="0" h="59051" w="18356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6"/>
            <p:cNvSpPr/>
            <p:nvPr/>
          </p:nvSpPr>
          <p:spPr>
            <a:xfrm>
              <a:off x="1606475" y="3499650"/>
              <a:ext cx="466925" cy="1489450"/>
            </a:xfrm>
            <a:custGeom>
              <a:rect b="b" l="l" r="r" t="t"/>
              <a:pathLst>
                <a:path extrusionOk="0" h="59578" w="18677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6"/>
            <p:cNvSpPr/>
            <p:nvPr/>
          </p:nvSpPr>
          <p:spPr>
            <a:xfrm>
              <a:off x="1318775" y="3717750"/>
              <a:ext cx="634875" cy="1260100"/>
            </a:xfrm>
            <a:custGeom>
              <a:rect b="b" l="l" r="r" t="t"/>
              <a:pathLst>
                <a:path extrusionOk="0" h="50404" w="25395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6"/>
            <p:cNvSpPr/>
            <p:nvPr/>
          </p:nvSpPr>
          <p:spPr>
            <a:xfrm>
              <a:off x="1311550" y="3711175"/>
              <a:ext cx="649350" cy="1273425"/>
            </a:xfrm>
            <a:custGeom>
              <a:rect b="b" l="l" r="r" t="t"/>
              <a:pathLst>
                <a:path extrusionOk="0" h="50937" w="25974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6"/>
            <p:cNvSpPr/>
            <p:nvPr/>
          </p:nvSpPr>
          <p:spPr>
            <a:xfrm>
              <a:off x="1848375" y="3941000"/>
              <a:ext cx="67525" cy="394925"/>
            </a:xfrm>
            <a:custGeom>
              <a:rect b="b" l="l" r="r" t="t"/>
              <a:pathLst>
                <a:path extrusionOk="0" h="15797" w="2701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6"/>
            <p:cNvSpPr/>
            <p:nvPr/>
          </p:nvSpPr>
          <p:spPr>
            <a:xfrm>
              <a:off x="1633800" y="3761650"/>
              <a:ext cx="54675" cy="233375"/>
            </a:xfrm>
            <a:custGeom>
              <a:rect b="b" l="l" r="r" t="t"/>
              <a:pathLst>
                <a:path extrusionOk="0" h="9335" w="2187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6"/>
            <p:cNvSpPr/>
            <p:nvPr/>
          </p:nvSpPr>
          <p:spPr>
            <a:xfrm>
              <a:off x="1827475" y="3665300"/>
              <a:ext cx="123775" cy="93475"/>
            </a:xfrm>
            <a:custGeom>
              <a:rect b="b" l="l" r="r" t="t"/>
              <a:pathLst>
                <a:path extrusionOk="0" h="3739" w="4951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6"/>
            <p:cNvSpPr/>
            <p:nvPr/>
          </p:nvSpPr>
          <p:spPr>
            <a:xfrm>
              <a:off x="1726225" y="3634675"/>
              <a:ext cx="181625" cy="758150"/>
            </a:xfrm>
            <a:custGeom>
              <a:rect b="b" l="l" r="r" t="t"/>
              <a:pathLst>
                <a:path extrusionOk="0" h="30326" w="7265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6"/>
            <p:cNvSpPr/>
            <p:nvPr/>
          </p:nvSpPr>
          <p:spPr>
            <a:xfrm>
              <a:off x="1690850" y="4417675"/>
              <a:ext cx="32975" cy="40550"/>
            </a:xfrm>
            <a:custGeom>
              <a:rect b="b" l="l" r="r" t="t"/>
              <a:pathLst>
                <a:path extrusionOk="0" h="1622" w="1319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6950" lIns="106950" spcFirstLastPara="1" rIns="106950" wrap="square" tIns="10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37"/>
          <p:cNvSpPr txBox="1"/>
          <p:nvPr>
            <p:ph type="title"/>
          </p:nvPr>
        </p:nvSpPr>
        <p:spPr>
          <a:xfrm>
            <a:off x="2649275" y="1187850"/>
            <a:ext cx="42054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Thanks</a:t>
            </a:r>
            <a:r>
              <a:rPr lang="en" sz="10000"/>
              <a:t>!</a:t>
            </a:r>
            <a:endParaRPr sz="10000"/>
          </a:p>
        </p:txBody>
      </p:sp>
      <p:sp>
        <p:nvSpPr>
          <p:cNvPr id="2292" name="Google Shape;2292;p37"/>
          <p:cNvSpPr txBox="1"/>
          <p:nvPr>
            <p:ph idx="1" type="subTitle"/>
          </p:nvPr>
        </p:nvSpPr>
        <p:spPr>
          <a:xfrm>
            <a:off x="3113525" y="2747292"/>
            <a:ext cx="3276900" cy="8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Let’s take a look at that prototype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FF806D"/>
      </a:accent1>
      <a:accent2>
        <a:srgbClr val="FB9E90"/>
      </a:accent2>
      <a:accent3>
        <a:srgbClr val="FFD6CF"/>
      </a:accent3>
      <a:accent4>
        <a:srgbClr val="BEBEBE"/>
      </a:accent4>
      <a:accent5>
        <a:srgbClr val="D95B47"/>
      </a:accent5>
      <a:accent6>
        <a:srgbClr val="9E9E9E"/>
      </a:accent6>
      <a:hlink>
        <a:srgbClr val="FF80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